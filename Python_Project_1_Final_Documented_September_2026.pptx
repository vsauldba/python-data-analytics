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" cy="4480560"/>
          </a:xfrm>
          <a:prstGeom prst="rect">
            <a:avLst/>
          </a:prstGeom>
          <a:solidFill>
            <a:srgbClr val="E1A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Assessment of NYC Public School</a:t>
            </a:r>
            <a:br/>
            <a:r>
              <a:t>Students’ Achievement on Regents Exams</a:t>
            </a:r>
          </a:p>
          <a:p>
            <a:pPr>
              <a:spcBef>
                <a:spcPts val="1500"/>
              </a:spcBef>
              <a:defRPr sz="2300">
                <a:solidFill>
                  <a:srgbClr val="CFE3F5"/>
                </a:solidFill>
              </a:defRPr>
            </a:pPr>
            <a:r>
              <a:t>Python Project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45720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Vilio Saul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Professor: Imran Khan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September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881360" cy="22860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D"/>
                </a:solidFill>
              </a:defRPr>
            </a:pPr>
            <a:r>
              <a:rPr dirty="0"/>
              <a:t>Goal and research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rPr dirty="0"/>
              <a:t>• The goal of this project is to analyze Regents exam performance for a selected NYC public school.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rPr dirty="0"/>
              <a:t>• The analysis examines how student performance differs across Regents exams and across the years 2015–2017.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rPr dirty="0"/>
              <a:t>• The project also reviews student participation, passing performance (65 or above), and high performance (80 or above).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rPr dirty="0"/>
              <a:t>• This analysis helps identify patterns, stronger subject areas, and changes in performance over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881360" cy="22860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2. Data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D"/>
                </a:solidFill>
              </a:defRPr>
            </a:pPr>
            <a:r>
              <a:t>2014–15 to 2016–17 School-Level NYC Regents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Source: NYC Department of Education school-level Regents exam results.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The dataset contains school names, Regents exams, years, students tested, mean scores, and scoring percentages.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For the selected school, the working dataset contains 361 rows and 15 columns.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The analysis focuses on Mean Score, Total Tested, Percent Scoring 65 or Above, and Percent Scoring 80 or Above.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881360" cy="22860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3. Data Cleaning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D"/>
                </a:solidFill>
              </a:defRPr>
            </a:pPr>
            <a:r>
              <a:t>Preparing the data before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Reviewed the dataset structure, column names, data types, missing values, and duplicate rows.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Removed duplicate rows when duplicates were identified.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Converted Mean Score and percentage fields to numeric values so calculations could be performed correctly.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Created a separate copy of the selected school’s data before making transformations.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Used pandas grouping and sorting to summarize performance by exam and by year.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881360" cy="22860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4.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D"/>
                </a:solidFill>
              </a:defRPr>
            </a:pPr>
            <a:r>
              <a:t>Python tools and analytical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Python and pandas were used for data cleaning, filtering, grouping, and summary statistics.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Matplotlib was used to create bar charts and a line chart.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Average Mean Score was calculated for each Regents exam.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Average Mean Score was also calculated by year.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Additional analyses examined Total Tested, Percent Scoring 65 or Above, and Percent Scoring 80 or Above.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881360" cy="22860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064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5. Performance by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D"/>
                </a:solidFill>
              </a:defRPr>
            </a:pPr>
            <a:r>
              <a:t>Exact results from the project notebook</a:t>
            </a:r>
          </a:p>
        </p:txBody>
      </p:sp>
      <p:pic>
        <p:nvPicPr>
          <p:cNvPr id="5" name="Picture 4" descr="yearly_regents_corr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132320" cy="392557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92440" y="1600200"/>
            <a:ext cx="3154680" cy="914400"/>
          </a:xfrm>
          <a:prstGeom prst="roundRect">
            <a:avLst/>
          </a:prstGeom>
          <a:solidFill>
            <a:srgbClr val="F1F6FB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75320" y="1737360"/>
            <a:ext cx="2788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2015: 91.98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834640"/>
            <a:ext cx="3154680" cy="914400"/>
          </a:xfrm>
          <a:prstGeom prst="roundRect">
            <a:avLst/>
          </a:prstGeom>
          <a:solidFill>
            <a:srgbClr val="F1F6FB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2971800"/>
            <a:ext cx="2788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2016: 91.22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069080"/>
            <a:ext cx="3154680" cy="914400"/>
          </a:xfrm>
          <a:prstGeom prst="roundRect">
            <a:avLst/>
          </a:prstGeom>
          <a:solidFill>
            <a:srgbClr val="F1F6FB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4206240"/>
            <a:ext cx="2788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2017: 91.90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759" y="6234437"/>
            <a:ext cx="3474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A32"/>
                </a:solidFill>
              </a:defRPr>
            </a:pPr>
            <a:r>
              <a:rPr dirty="0"/>
              <a:t>Scores decreased in 2016 and increased again in 2017, remaining relatively stable overall.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528816"/>
            <a:ext cx="10881360" cy="22860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6. Average Score by Regents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D"/>
                </a:solidFill>
              </a:defRPr>
            </a:pPr>
            <a:r>
              <a:t>Comparing academic performance across subjects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The average score was calculated separately for each Regents exam.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The results were sorted from highest to lowest and displayed in a bar chart.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The visualization shows that performance is not identical across subjects.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This makes it easier to identify stronger and weaker Regents exam areas for the selected school.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1645920"/>
            <a:ext cx="4160520" cy="3246120"/>
          </a:xfrm>
          <a:prstGeom prst="roundRect">
            <a:avLst/>
          </a:prstGeom>
          <a:solidFill>
            <a:srgbClr val="F1F6FB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2011680"/>
            <a:ext cx="35204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7365D"/>
                </a:solidFill>
              </a:defRPr>
            </a:pPr>
            <a:r>
              <a:t>Visualization</a:t>
            </a:r>
          </a:p>
          <a:p>
            <a:pPr algn="ctr">
              <a:spcBef>
                <a:spcPts val="2000"/>
              </a:spcBef>
              <a:defRPr sz="2400">
                <a:solidFill>
                  <a:srgbClr val="232A32"/>
                </a:solidFill>
              </a:defRPr>
            </a:pPr>
            <a:r>
              <a:t>Bar Chart</a:t>
            </a:r>
            <a:br/>
            <a:r>
              <a:t>Average Score by Regents Exam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528816"/>
            <a:ext cx="10881360" cy="22860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7. Participation &amp; Passing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D"/>
                </a:solidFill>
              </a:defRPr>
            </a:pPr>
            <a:r>
              <a:t>Looking beyond the mean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Total Students Tested by Regents Exam was used to compare participation across subjects.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Percent Scoring 65 or Above was analyzed as a measure of passing performance.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The passing-rate chart showed high passing percentages across the Regents exams, with variation by subject.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These measures provide additional context because average scores alone do not describe participation or passing rates.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881360" cy="22860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8. Students Scoring 80 or Above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D"/>
                </a:solidFill>
              </a:defRPr>
            </a:pPr>
            <a:r>
              <a:t>Examining high achievement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The percentage of students scoring 80 or above was calculated for each Regents exam.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The results were sorted and visualized with a multicolor bar chart.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Some subjects had a larger percentage of high-scoring students than others.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This analysis helps show where the selected school demonstrated especially strong Regents performance.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881360" cy="22860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9. Summary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D"/>
                </a:solidFill>
              </a:defRPr>
            </a:pPr>
            <a:r>
              <a:t>Final descriptive-statistics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The project used descriptive statistics to summarize Mean Score, Total Tested, and scoring percentages.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The summary table included count, mean, standard deviation, minimum, quartiles, and maximum.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These statistics provide a broader view of the distribution and variability of the selected school’s Regents results.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The statistics were interpreted together with the visualizations rather than relying on one number alone.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881360" cy="22860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D"/>
                </a:solidFill>
              </a:defRPr>
            </a:pPr>
            <a:r>
              <a:t>Key findings from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Regents performance varied across exams, showing differences among subject areas.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Yearly average performance was 91.98 in 2015, 91.22 in 2016, and 91.90 in 2017.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The yearly results show a small decline in 2016 followed by an increase in 2017.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Passing rates and percentages scoring 80 or above also varied across exams.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• Overall, Python, pandas, and Matplotlib provided a clear way to clean, summarize, compare, and visualize the Regents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881360" cy="22860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E1EEFA"/>
                </a:solidFill>
              </a:defRPr>
            </a:pPr>
            <a:r>
              <a:t>• NYC Department of Education. 2014–15 to 2016–17 School-Level NYC Regents Report for All Variables.</a:t>
            </a:r>
          </a:p>
          <a:p>
            <a:pPr>
              <a:spcAft>
                <a:spcPts val="1600"/>
              </a:spcAft>
              <a:defRPr sz="2000">
                <a:solidFill>
                  <a:srgbClr val="E1EEFA"/>
                </a:solidFill>
              </a:defRPr>
            </a:pPr>
            <a:r>
              <a:t>• CUNY LaGuardia Data Analytics dataset repository.</a:t>
            </a:r>
          </a:p>
          <a:p>
            <a:pPr>
              <a:spcAft>
                <a:spcPts val="1600"/>
              </a:spcAft>
              <a:defRPr sz="2000">
                <a:solidFill>
                  <a:srgbClr val="E1EEFA"/>
                </a:solidFill>
              </a:defRPr>
            </a:pPr>
            <a:r>
              <a:t>• Python / Google Colab</a:t>
            </a:r>
          </a:p>
          <a:p>
            <a:pPr>
              <a:spcAft>
                <a:spcPts val="1600"/>
              </a:spcAft>
              <a:defRPr sz="2000">
                <a:solidFill>
                  <a:srgbClr val="E1EEFA"/>
                </a:solidFill>
              </a:defRPr>
            </a:pPr>
            <a:r>
              <a:t>• pandas and Matplotlib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57800"/>
            <a:ext cx="192969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AB41"/>
                </a:solidFill>
              </a:defRPr>
            </a:pPr>
            <a:r>
              <a:rPr dirty="0"/>
              <a:t>Thank you </a:t>
            </a:r>
            <a:r>
              <a:rPr lang="en-US" dirty="0"/>
              <a:t>!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881360" cy="22860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Documentation &amp; AI Assistance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D"/>
                </a:solidFill>
              </a:defRPr>
            </a:pPr>
            <a:r>
              <a:t>Tools used to support the project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Google Colab was used to write and run the Python notebook.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Python libraries included pandas for data cleaning and analysis and Matplotlib for visualizations.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GitHub is used to host the completed project notebook as part of the class project portfolio.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ChatGPT was used to help explain Python concepts, troubleshoot errors, organize project steps, and improve presentation wording.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Microsoft Copilot was used as an additional AI support resource for documentation and productivity.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AI suggestions were reviewed against the notebook results; the project calculations and final values come from the student’s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881360" cy="22860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AI Acknowledgment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D"/>
                </a:solidFill>
              </a:defRPr>
            </a:pPr>
            <a:r>
              <a:t>Responsible use of AI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A32"/>
                </a:solidFill>
              </a:defRPr>
            </a:pPr>
            <a:r>
              <a:t>• I used ChatGPT and Microsoft Copilot as support tools during this project.</a:t>
            </a:r>
          </a:p>
          <a:p>
            <a:pPr>
              <a:spcAft>
                <a:spcPts val="1000"/>
              </a:spcAft>
              <a:defRPr sz="2000">
                <a:solidFill>
                  <a:srgbClr val="232A32"/>
                </a:solidFill>
              </a:defRPr>
            </a:pPr>
            <a:r>
              <a:t>• They assisted with explanations, troubleshooting, organization, documentation, and presentation wording.</a:t>
            </a:r>
          </a:p>
          <a:p>
            <a:pPr>
              <a:spcAft>
                <a:spcPts val="1000"/>
              </a:spcAft>
              <a:defRPr sz="2000">
                <a:solidFill>
                  <a:srgbClr val="232A32"/>
                </a:solidFill>
              </a:defRPr>
            </a:pPr>
            <a:r>
              <a:t>• I reviewed the suggestions, ran the Python code in Google Colab, checked the outputs, and used the results from my own notebook in the final project.</a:t>
            </a:r>
          </a:p>
          <a:p>
            <a:pPr>
              <a:spcAft>
                <a:spcPts val="1000"/>
              </a:spcAft>
              <a:defRPr sz="2000">
                <a:solidFill>
                  <a:srgbClr val="232A32"/>
                </a:solidFill>
              </a:defRPr>
            </a:pPr>
            <a:r>
              <a:t>• AI was used to support the learning process and presentation preparation, not as the source of the dataset or the calculated Regents results.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881360" cy="22860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References &amp; Project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784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2EEF9"/>
                </a:solidFill>
              </a:defRPr>
            </a:pPr>
            <a:r>
              <a:t>• NYC Department of Education — 2014–15 to 2016–17 School-Level NYC Regents Report for All Variables.</a:t>
            </a:r>
          </a:p>
          <a:p>
            <a:pPr>
              <a:spcAft>
                <a:spcPts val="900"/>
              </a:spcAft>
              <a:defRPr sz="1600">
                <a:solidFill>
                  <a:srgbClr val="E2EEF9"/>
                </a:solidFill>
              </a:defRPr>
            </a:pPr>
            <a:r>
              <a:t>• CUNY LaGuardia Data Analytics — dataset repository used for the course project.</a:t>
            </a:r>
          </a:p>
          <a:p>
            <a:pPr>
              <a:spcAft>
                <a:spcPts val="900"/>
              </a:spcAft>
              <a:defRPr sz="1600">
                <a:solidFill>
                  <a:srgbClr val="E2EEF9"/>
                </a:solidFill>
              </a:defRPr>
            </a:pPr>
            <a:r>
              <a:t>• Python — programming language used for the analysis.</a:t>
            </a:r>
          </a:p>
          <a:p>
            <a:pPr>
              <a:spcAft>
                <a:spcPts val="900"/>
              </a:spcAft>
              <a:defRPr sz="1600">
                <a:solidFill>
                  <a:srgbClr val="E2EEF9"/>
                </a:solidFill>
              </a:defRPr>
            </a:pPr>
            <a:r>
              <a:t>• pandas — data cleaning, conversion, grouping, sorting, and descriptive statistics.</a:t>
            </a:r>
          </a:p>
          <a:p>
            <a:pPr>
              <a:spcAft>
                <a:spcPts val="900"/>
              </a:spcAft>
              <a:defRPr sz="1600">
                <a:solidFill>
                  <a:srgbClr val="E2EEF9"/>
                </a:solidFill>
              </a:defRPr>
            </a:pPr>
            <a:r>
              <a:t>• Matplotlib — bar charts and line-chart visualizations.</a:t>
            </a:r>
          </a:p>
          <a:p>
            <a:pPr>
              <a:spcAft>
                <a:spcPts val="900"/>
              </a:spcAft>
              <a:defRPr sz="1600">
                <a:solidFill>
                  <a:srgbClr val="E2EEF9"/>
                </a:solidFill>
              </a:defRPr>
            </a:pPr>
            <a:r>
              <a:t>• Google Colab — notebook environment used to execute and document the Python analysis.</a:t>
            </a:r>
          </a:p>
          <a:p>
            <a:pPr>
              <a:spcAft>
                <a:spcPts val="900"/>
              </a:spcAft>
              <a:defRPr sz="1600">
                <a:solidFill>
                  <a:srgbClr val="E2EEF9"/>
                </a:solidFill>
              </a:defRPr>
            </a:pPr>
            <a:r>
              <a:t>• GitHub — project portfolio and notebook submission platform.</a:t>
            </a:r>
          </a:p>
          <a:p>
            <a:pPr>
              <a:spcAft>
                <a:spcPts val="900"/>
              </a:spcAft>
              <a:defRPr sz="1600">
                <a:solidFill>
                  <a:srgbClr val="E2EEF9"/>
                </a:solidFill>
              </a:defRPr>
            </a:pPr>
            <a:r>
              <a:t>• ChatGPT and Microsoft Copilot — AI support for explanations, troubleshooting, documentation, and presentation preparation.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0"/>
            <a:ext cx="10136686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1AB41"/>
                </a:solidFill>
              </a:defRPr>
            </a:pPr>
            <a:r>
              <a:rPr dirty="0"/>
              <a:t>Python Project 1 • </a:t>
            </a:r>
            <a:r>
              <a:rPr dirty="0" err="1"/>
              <a:t>Vilio</a:t>
            </a:r>
            <a:r>
              <a:rPr dirty="0"/>
              <a:t> Saul • Professor Imran Khan • September </a:t>
            </a:r>
            <a:r>
              <a:rPr dirty="0" smtClean="0"/>
              <a:t>2026</a:t>
            </a:r>
            <a:r>
              <a:rPr lang="en-US" dirty="0"/>
              <a:t>• </a:t>
            </a:r>
            <a:r>
              <a:rPr lang="en-US" dirty="0" smtClean="0"/>
              <a:t>La Guardia Community College Continue Education </a:t>
            </a:r>
            <a:r>
              <a:rPr lang="en-US" dirty="0"/>
              <a:t>• </a:t>
            </a:r>
            <a:r>
              <a:rPr lang="en-US" dirty="0" smtClean="0"/>
              <a:t>Data Analytic Courses</a:t>
            </a:r>
            <a:endParaRPr lang="en-US" dirty="0"/>
          </a:p>
          <a:p>
            <a:pPr>
              <a:defRPr sz="1300">
                <a:solidFill>
                  <a:srgbClr val="E1AB41"/>
                </a:solidFill>
              </a:defRPr>
            </a:pPr>
            <a:endParaRPr lang="en-US" dirty="0"/>
          </a:p>
          <a:p>
            <a:pPr>
              <a:defRPr sz="1300">
                <a:solidFill>
                  <a:srgbClr val="E1AB41"/>
                </a:solidFill>
              </a:defRPr>
            </a:pP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640080" y="6528816"/>
            <a:ext cx="10881360" cy="22860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1193</Words>
  <Application>Microsoft Office PowerPoint</Application>
  <PresentationFormat>Widescreen</PresentationFormat>
  <Paragraphs>115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VSaulDBA</dc:creator>
  <cp:keywords/>
  <dc:description>generated using python-pptx</dc:description>
  <cp:lastModifiedBy>VSaulDBA</cp:lastModifiedBy>
  <cp:revision>3</cp:revision>
  <dcterms:created xsi:type="dcterms:W3CDTF">2013-01-27T09:14:16Z</dcterms:created>
  <dcterms:modified xsi:type="dcterms:W3CDTF">2026-09-22T00:55:54Z</dcterms:modified>
  <cp:category/>
</cp:coreProperties>
</file>